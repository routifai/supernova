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bubble3D val="0"/>
            <c:spPr>
              <a:solidFill>
                <a:srgbClr val="27AE60"/>
              </a:solidFill>
              <a:effectLst/>
            </c:spPr>
          </c:dPt>
          <c:dPt>
            <c:idx val="2"/>
            <c:bubble3D val="0"/>
            <c:spPr>
              <a:solidFill>
                <a:srgbClr val="8E44AD"/>
              </a:solidFill>
              <a:effectLst/>
            </c:spPr>
          </c:dPt>
          <c:dPt>
            <c:idx val="3"/>
            <c:bubble3D val="0"/>
            <c:spPr>
              <a:solidFill>
                <a:srgbClr val="F1C40F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bubble3D val="0"/>
            <c:spPr>
              <a:solidFill>
                <a:srgbClr val="27AE60"/>
              </a:solidFill>
              <a:effectLst/>
            </c:spPr>
          </c:dPt>
          <c:dPt>
            <c:idx val="2"/>
            <c:bubble3D val="0"/>
            <c:spPr>
              <a:solidFill>
                <a:srgbClr val="8E44AD"/>
              </a:solidFill>
              <a:effectLst/>
            </c:spPr>
          </c:dPt>
          <c:dPt>
            <c:idx val="3"/>
            <c:bubble3D val="0"/>
            <c:spPr>
              <a:solidFill>
                <a:srgbClr val="F1C40F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7AE6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E44A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1C40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North</c:v>
                  </c:pt>
                  <c:pt idx="1">
                    <c:v>South</c:v>
                  </c:pt>
                  <c:pt idx="2">
                    <c:v>East</c:v>
                  </c:pt>
                  <c:pt idx="3">
                    <c:v>West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457200" y="457200"/>
          <a:ext cx="77724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457200" y="457200"/>
          <a:ext cx="77724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457200" y="457200"/>
          <a:ext cx="77724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2026-10-09T16:26:53Z</dcterms:created>
  <dcterms:modified xsi:type="dcterms:W3CDTF">2026-10-09T16:26:53Z</dcterms:modified>
</cp:coreProperties>
</file>